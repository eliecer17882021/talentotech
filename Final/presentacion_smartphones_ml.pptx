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Clasificación de Categoría de Precio de Smartphones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de Machine Learning basado en especificaciones técnicas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Predecir la categoría de precio de smartphones</a:t>
            </a:r>
          </a:p>
          <a:p>
            <a:r>
              <a:t>• Automatizar clasificación de dispositivos</a:t>
            </a:r>
          </a:p>
          <a:p>
            <a:r>
              <a:t>• Aplicaciones en benchmarking y recomendación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Utilizado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Archivo: smartprix_smartphones_april_2026.csv</a:t>
            </a:r>
          </a:p>
          <a:p>
            <a:r>
              <a:t>Contiene RAM, almacenamiento, batería, cámara, procesador y más.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Carga y Exploración Inicial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df.head()</a:t>
            </a:r>
          </a:p>
          <a:p>
            <a:r>
              <a:t>• df.info()</a:t>
            </a:r>
          </a:p>
          <a:p>
            <a:r>
              <a:t>• df.describe()</a:t>
            </a:r>
          </a:p>
          <a:p>
            <a:r>
              <a:t>• df.isnull().sum()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Limpieza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 eliminaron columnas:</a:t>
            </a:r>
          </a:p>
          <a:p>
            <a:r>
              <a:t>• spec_score</a:t>
            </a:r>
          </a:p>
          <a:p>
            <a:r>
              <a:t>• vfm_score</a:t>
            </a:r>
          </a:p>
          <a:p>
            <a:r>
              <a:t>• num_core</a:t>
            </a:r>
          </a:p>
          <a:p>
            <a:r>
              <a:t>• processor_speed</a:t>
            </a:r>
          </a:p>
          <a:p>
            <a:r>
              <a:t>• charging_ratio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Exploratorio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Histogramas para variables numéricas</a:t>
            </a:r>
          </a:p>
          <a:p>
            <a:r>
              <a:t>• Gráficos de barras para categóricas</a:t>
            </a:r>
          </a:p>
          <a:p>
            <a:r>
              <a:t>• Identificación de patrones y distribuciones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Preparación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LabelEncoder para price_category</a:t>
            </a:r>
          </a:p>
          <a:p>
            <a:r>
              <a:t>• Eliminación de columnas irrelevantes</a:t>
            </a:r>
          </a:p>
          <a:p>
            <a:r>
              <a:t>• División X e 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de Preprocesamiento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Numéricas:</a:t>
            </a:r>
          </a:p>
          <a:p>
            <a:r>
              <a:t>• Imputación mediana</a:t>
            </a:r>
          </a:p>
          <a:p>
            <a:r>
              <a:t>• StandardScaler</a:t>
            </a:r>
          </a:p>
          <a:p/>
          <a:p>
            <a:r>
              <a:t>Categóricas:</a:t>
            </a:r>
          </a:p>
          <a:p>
            <a:r>
              <a:t>• Moda</a:t>
            </a:r>
          </a:p>
          <a:p>
            <a:r>
              <a:t>• OneHotEncoder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División del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80% entrenamiento</a:t>
            </a:r>
          </a:p>
          <a:p>
            <a:r>
              <a:t>• 20% prueba</a:t>
            </a:r>
          </a:p>
          <a:p>
            <a:r>
              <a:t>• random_state=42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Utilizado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Regresión Logística Multiclase</a:t>
            </a:r>
          </a:p>
          <a:p>
            <a:r>
              <a:t>• LogisticRegression(multinomial)</a:t>
            </a:r>
          </a:p>
          <a:p>
            <a:r>
              <a:t>• max_iter=1000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Evaluación del Modelo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Matriz de confusión</a:t>
            </a:r>
          </a:p>
          <a:p>
            <a:r>
              <a:t>• Classification report</a:t>
            </a:r>
          </a:p>
          <a:p>
            <a:r>
              <a:t>• Precision, Recall y F1-score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Curvas ROC y AUC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Estrategia One-vs-Rest</a:t>
            </a:r>
          </a:p>
          <a:p>
            <a:r>
              <a:t>• Evaluación discriminativa por clase</a:t>
            </a:r>
          </a:p>
          <a:p>
            <a:r>
              <a:t>• AUC cercano a 1 = mejor desempeño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de Confianza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Histogramas de probabilidades:</a:t>
            </a:r>
          </a:p>
          <a:p>
            <a:r>
              <a:t>• Predicciones correctas</a:t>
            </a:r>
          </a:p>
          <a:p>
            <a:r>
              <a:t>• Predicciones incorrectas</a:t>
            </a:r>
          </a:p>
          <a:p>
            <a:r>
              <a:t>• Nivel de confianza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Predicción con Datos Manuales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Creación de smartphone hipotético</a:t>
            </a:r>
          </a:p>
          <a:p>
            <a:r>
              <a:t>• Transformación con pipeline</a:t>
            </a:r>
          </a:p>
          <a:p>
            <a:r>
              <a:t>• Predicción y probabilidades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 modelo devuelve:</a:t>
            </a:r>
          </a:p>
          <a:p>
            <a:r>
              <a:t>• Categoría predicha</a:t>
            </a:r>
          </a:p>
          <a:p>
            <a:r>
              <a:t>• Probabilidad por clase</a:t>
            </a:r>
          </a:p>
          <a:p>
            <a:r>
              <a:t>Ejemplo: High-end Smartphone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Buen desempeño multiclase</a:t>
            </a:r>
          </a:p>
          <a:p>
            <a:r>
              <a:t>• Pipeline reproducible</a:t>
            </a:r>
          </a:p>
          <a:p>
            <a:r>
              <a:t>• Escalable para producción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Mejoras Futuras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Random Forest</a:t>
            </a:r>
          </a:p>
          <a:p>
            <a:r>
              <a:t>• XGBoost</a:t>
            </a:r>
          </a:p>
          <a:p>
            <a:r>
              <a:t>• LightGBM</a:t>
            </a:r>
          </a:p>
          <a:p>
            <a:r>
              <a:t>• Deploy API REST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Tecnológico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Pandas</a:t>
            </a:r>
          </a:p>
          <a:p>
            <a:r>
              <a:t>• NumPy</a:t>
            </a:r>
          </a:p>
          <a:p>
            <a:r>
              <a:t>• Scikit-learn</a:t>
            </a:r>
          </a:p>
          <a:p>
            <a:r>
              <a:t>• Matplotlib / Seaborn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General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Carga → Limpieza → EDA → Preprocesamiento → Entrenamiento → Evaluación → Predicción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Gracias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Proyecto de Clasificación de Smartphones con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